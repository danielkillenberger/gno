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speaker notes for slide 2. They should be extracted.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GNO Test Presentation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Testing PPTX-to-Markdown Conversion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Key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Text extraction from slides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Speaker notes support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Multiple slide handling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Table extraction
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Data Table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Item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Feature 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Complete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Feature 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 Progress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Feature C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Planned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GNO Test Presentation</dc:title>
  <dc:subject>PPTX Conversion Testing</dc:subject>
  <dc:creator>GNO Test Suite</dc:creator>
  <cp:lastModifiedBy>GNO Test Suite</cp:lastModifiedBy>
  <cp:revision>1</cp:revision>
  <dcterms:created xsi:type="dcterms:W3CDTF">2026-07-31T20:17:02Z</dcterms:created>
  <dcterms:modified xsi:type="dcterms:W3CDTF">2026-07-31T20:17:02Z</dcterms:modified>
</cp:coreProperties>
</file>